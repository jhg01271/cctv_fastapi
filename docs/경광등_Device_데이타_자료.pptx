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9" r:id="rId4"/>
    <p:sldId id="257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22" autoAdjust="0"/>
    <p:restoredTop sz="94660"/>
  </p:normalViewPr>
  <p:slideViewPr>
    <p:cSldViewPr snapToGrid="0">
      <p:cViewPr>
        <p:scale>
          <a:sx n="100" d="100"/>
          <a:sy n="100" d="100"/>
        </p:scale>
        <p:origin x="-132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BB7D05-F06F-46EE-F7B1-EB30BEC19C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9D5F0F-1CA4-72F3-D52D-724BE5CF2E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5312F6-ED9D-6BBD-D03F-D70270C81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5925-957C-4246-9F3B-66AC733F3497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A53098-9DB0-5463-7CFE-0486225FF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D8CBEB-2361-0C7E-0838-AA06DE2BE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14DFE-5CC2-4162-84E0-88C143C7DB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0499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2C99B1-2025-2B84-8CA0-CB211A258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30D366-BACA-89FA-0877-23DC34988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6CA852-1C87-0DFA-1F75-8E7C4BFE1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5925-957C-4246-9F3B-66AC733F3497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EE65B-8580-A4A5-68A8-193CD7648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334986-E41D-3CAA-A505-1399D2600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14DFE-5CC2-4162-84E0-88C143C7DB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28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A9BC1-7C94-11F8-C1F9-019BA12DE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801417-B697-E927-1BEE-5DE1478FB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778879-DC70-6DAE-4C84-B8A9282A0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5925-957C-4246-9F3B-66AC733F3497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D7541F-E6CE-6B29-13F5-BB221F3B4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877123-8187-CEFA-B235-347F34DA3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14DFE-5CC2-4162-84E0-88C143C7DB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3314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E9E6D-96C2-0C09-D8F1-C01E73C71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B7CA1E-696B-C002-2BEB-F6812910FA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AD915A-2A37-EDBD-0989-BA4356325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B71A29C-2732-6855-4C44-17D1572F1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5925-957C-4246-9F3B-66AC733F3497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7D175C-2DC9-686E-3F6E-15568E225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1E12C8-E67B-6812-7D8D-6830C404F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14DFE-5CC2-4162-84E0-88C143C7DB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0775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D9A6F2-22A4-0633-646C-F0ECAC5CC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6D044D-C873-CB43-DA1D-02F88AA40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09E518-3308-3C49-8A66-CCE15DBF7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023946A-A81B-674D-0D83-FBB2E340D3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78A8BD4-F41B-777F-0239-4F5A8CB335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6D4B685-E627-139B-5CE8-4EB5F7338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5925-957C-4246-9F3B-66AC733F3497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18F07F-4049-04F8-05EF-4C94862B0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6DB7E2-9EE1-25BC-249E-C832C9A4A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14DFE-5CC2-4162-84E0-88C143C7DB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511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4CE869-50A4-500C-7DC7-B86D34FB3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8DB2E9A-E28F-3EA0-018D-4EDC4CF18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5925-957C-4246-9F3B-66AC733F3497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A14935F-D85A-C72A-CFAF-C2849A9F9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2F2884-83CE-E690-8352-D45C3976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14DFE-5CC2-4162-84E0-88C143C7DB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0831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B685006-0BAD-AF42-3AEA-1638700CD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5925-957C-4246-9F3B-66AC733F3497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059FDD2-C842-8600-9337-70304E33F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8B8FD3-88E4-A38C-F000-3367838D3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14DFE-5CC2-4162-84E0-88C143C7DB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698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7B785E-A14F-8168-5293-83B76B00C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624E50-A972-4F92-C4DB-396A0FC63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3F5260-C165-31E1-CCA5-9F218725F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B5A91F-C487-46A1-6A65-8290BF340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5925-957C-4246-9F3B-66AC733F3497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13472D-8DBA-84EB-BEEF-BA5C2FC3F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FCF3EB-3FB8-DCEB-3466-91A7A5654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14DFE-5CC2-4162-84E0-88C143C7DB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522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EFAB4C-9B4E-98D1-331A-6C443B4C3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E2B4945-2822-5556-5460-9B54516F68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6403C4-EC72-14C8-2CC7-974BECA46D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3CBFE1-CC68-38C2-608E-54D867B2A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5925-957C-4246-9F3B-66AC733F3497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415DF9-6A14-5725-1001-88DB1F9E2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BE80A7-FE77-845D-FAA3-71D4ECBB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14DFE-5CC2-4162-84E0-88C143C7DB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16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D4F497-6539-6D07-1F07-2DE6A42AD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3D3090D-5682-4F2F-CEE7-192FDE62E6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E6C515-1AC1-465E-0DFA-729F6D539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5925-957C-4246-9F3B-66AC733F3497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546EA8-BABA-426F-4FAF-BE9A2AB9D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9CD1A6-9BBC-0586-FF4C-6745A2ED2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14DFE-5CC2-4162-84E0-88C143C7DB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301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F4F0916-7B17-42D4-4AD8-56A39EDA70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BC30F30-2B41-06D7-B0A9-9EE4C9A42E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C0DADE-D68C-201E-5C10-7E758E5A4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5925-957C-4246-9F3B-66AC733F3497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1CBE62-1F82-D2F9-D005-4E5659393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BCBB37-5524-38DD-6208-BAA4B493E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14DFE-5CC2-4162-84E0-88C143C7DB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8329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8A37690-5990-2C53-1CC7-149CE7F75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808E51-2ACA-FE42-5AF7-00500C7EC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2AD427-D040-1A56-8535-D6908D3AA5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C5925-957C-4246-9F3B-66AC733F3497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118D53-D1F1-0F0F-FB60-BB9FA9C997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4F2303-0C6C-3588-7A50-715EE639DF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D14DFE-5CC2-4162-84E0-88C143C7DB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343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CB4F574-E69D-C592-3668-C50BC1FCC47D}"/>
              </a:ext>
            </a:extLst>
          </p:cNvPr>
          <p:cNvSpPr txBox="1"/>
          <p:nvPr/>
        </p:nvSpPr>
        <p:spPr>
          <a:xfrm>
            <a:off x="755650" y="754787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I/O</a:t>
            </a:r>
            <a:r>
              <a:rPr lang="ko-KR" altLang="en-US" dirty="0"/>
              <a:t>제어기 </a:t>
            </a:r>
            <a:r>
              <a:rPr lang="en-US" altLang="ko-KR" dirty="0"/>
              <a:t>Device </a:t>
            </a:r>
            <a:r>
              <a:rPr lang="ko-KR" altLang="en-US" dirty="0"/>
              <a:t>정보 총</a:t>
            </a:r>
            <a:r>
              <a:rPr lang="en-US" altLang="ko-KR" dirty="0"/>
              <a:t>6</a:t>
            </a:r>
            <a:r>
              <a:rPr lang="ko-KR" altLang="en-US" dirty="0"/>
              <a:t>대 </a:t>
            </a:r>
            <a:r>
              <a:rPr lang="en-US" altLang="ko-KR" dirty="0"/>
              <a:t>(</a:t>
            </a:r>
            <a:r>
              <a:rPr lang="ko-KR" altLang="en-US" dirty="0"/>
              <a:t>기존</a:t>
            </a:r>
            <a:r>
              <a:rPr lang="en-US" altLang="ko-KR" dirty="0"/>
              <a:t>3</a:t>
            </a:r>
            <a:r>
              <a:rPr lang="ko-KR" altLang="en-US" dirty="0"/>
              <a:t>대</a:t>
            </a:r>
            <a:r>
              <a:rPr lang="en-US" altLang="ko-KR" dirty="0"/>
              <a:t>, </a:t>
            </a:r>
            <a:r>
              <a:rPr lang="ko-KR" altLang="en-US" dirty="0"/>
              <a:t>추가</a:t>
            </a:r>
            <a:r>
              <a:rPr lang="en-US" altLang="ko-KR" dirty="0"/>
              <a:t>3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IP : </a:t>
            </a:r>
            <a:r>
              <a:rPr lang="en-US" altLang="ko-KR" b="1" dirty="0"/>
              <a:t>192.168.151.111 ~ 116</a:t>
            </a:r>
            <a:endParaRPr lang="ko-KR" altLang="en-US" b="1" dirty="0"/>
          </a:p>
          <a:p>
            <a:r>
              <a:rPr lang="en-US" altLang="ko-KR" dirty="0"/>
              <a:t>- </a:t>
            </a:r>
            <a:r>
              <a:rPr lang="ko-KR" altLang="en-US" dirty="0" err="1"/>
              <a:t>SubNet</a:t>
            </a:r>
            <a:r>
              <a:rPr lang="ko-KR" altLang="en-US" dirty="0"/>
              <a:t> : </a:t>
            </a:r>
            <a:r>
              <a:rPr lang="en-US" altLang="ko-KR" dirty="0"/>
              <a:t>255.255.255.0</a:t>
            </a:r>
            <a:endParaRPr lang="ko-KR" altLang="en-US" dirty="0"/>
          </a:p>
          <a:p>
            <a:pPr marL="285750" indent="-285750">
              <a:buFontTx/>
              <a:buChar char="-"/>
            </a:pPr>
            <a:r>
              <a:rPr lang="ko-KR" altLang="en-US" dirty="0" err="1"/>
              <a:t>Gateway</a:t>
            </a:r>
            <a:r>
              <a:rPr lang="ko-KR" altLang="en-US" dirty="0"/>
              <a:t> : </a:t>
            </a:r>
            <a:r>
              <a:rPr lang="en-US" altLang="ko-KR" dirty="0"/>
              <a:t>192.168.151.1</a:t>
            </a:r>
          </a:p>
          <a:p>
            <a:pPr marL="285750" indent="-285750">
              <a:buFontTx/>
              <a:buChar char="-"/>
            </a:pPr>
            <a:endParaRPr lang="ko-KR" altLang="en-US" dirty="0"/>
          </a:p>
          <a:p>
            <a:r>
              <a:rPr lang="en-US" altLang="ko-KR" b="1" dirty="0">
                <a:solidFill>
                  <a:srgbClr val="FF0000"/>
                </a:solidFill>
              </a:rPr>
              <a:t>- </a:t>
            </a:r>
            <a:r>
              <a:rPr lang="ko-KR" altLang="en-US" b="1" dirty="0" err="1">
                <a:solidFill>
                  <a:srgbClr val="FF0000"/>
                </a:solidFill>
              </a:rPr>
              <a:t>Port</a:t>
            </a:r>
            <a:r>
              <a:rPr lang="ko-KR" altLang="en-US" b="1" dirty="0">
                <a:solidFill>
                  <a:srgbClr val="FF0000"/>
                </a:solidFill>
              </a:rPr>
              <a:t> : 502</a:t>
            </a:r>
          </a:p>
          <a:p>
            <a:r>
              <a:rPr lang="en-US" altLang="ko-KR" b="1" dirty="0">
                <a:solidFill>
                  <a:srgbClr val="FF0000"/>
                </a:solidFill>
              </a:rPr>
              <a:t>- </a:t>
            </a:r>
            <a:r>
              <a:rPr lang="ko-KR" altLang="en-US" b="1" dirty="0" err="1">
                <a:solidFill>
                  <a:srgbClr val="FF0000"/>
                </a:solidFill>
              </a:rPr>
              <a:t>Protocol</a:t>
            </a:r>
            <a:r>
              <a:rPr lang="ko-KR" altLang="en-US" b="1" dirty="0">
                <a:solidFill>
                  <a:srgbClr val="FF0000"/>
                </a:solidFill>
              </a:rPr>
              <a:t> : </a:t>
            </a:r>
            <a:r>
              <a:rPr lang="ko-KR" altLang="en-US" b="1" dirty="0" err="1">
                <a:solidFill>
                  <a:srgbClr val="FF0000"/>
                </a:solidFill>
              </a:rPr>
              <a:t>Modbus</a:t>
            </a:r>
            <a:r>
              <a:rPr lang="ko-KR" altLang="en-US" b="1" dirty="0">
                <a:solidFill>
                  <a:srgbClr val="FF0000"/>
                </a:solidFill>
              </a:rPr>
              <a:t>/TCP</a:t>
            </a:r>
            <a:endParaRPr lang="en-US" altLang="ko-KR" b="1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endParaRPr lang="ko-KR" altLang="en-US" dirty="0"/>
          </a:p>
          <a:p>
            <a:r>
              <a:rPr lang="en-US" altLang="ko-KR" dirty="0"/>
              <a:t>※ </a:t>
            </a:r>
            <a:r>
              <a:rPr lang="ko-KR" altLang="en-US" dirty="0"/>
              <a:t>다중 접속 가능 </a:t>
            </a:r>
            <a:r>
              <a:rPr lang="ko-KR" altLang="en-US" dirty="0" err="1"/>
              <a:t>Client</a:t>
            </a:r>
            <a:r>
              <a:rPr lang="ko-KR" altLang="en-US" dirty="0"/>
              <a:t> : 3 (추가 가능)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3B442CC-F7DE-5200-02DD-8C94489C9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342" y="674586"/>
            <a:ext cx="4045158" cy="4711942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F7F1A1B-9A87-6C12-2F3A-ECA9501CEC93}"/>
              </a:ext>
            </a:extLst>
          </p:cNvPr>
          <p:cNvSpPr/>
          <p:nvPr/>
        </p:nvSpPr>
        <p:spPr>
          <a:xfrm>
            <a:off x="6378358" y="3150644"/>
            <a:ext cx="1841326" cy="20166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327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356997CE-2C9C-D718-400A-E114D73AF3B4}"/>
              </a:ext>
            </a:extLst>
          </p:cNvPr>
          <p:cNvCxnSpPr/>
          <p:nvPr/>
        </p:nvCxnSpPr>
        <p:spPr>
          <a:xfrm>
            <a:off x="5805814" y="144049"/>
            <a:ext cx="0" cy="6582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231342B0-DC14-CDE8-FAC3-E132629CE37D}"/>
              </a:ext>
            </a:extLst>
          </p:cNvPr>
          <p:cNvSpPr txBox="1"/>
          <p:nvPr/>
        </p:nvSpPr>
        <p:spPr>
          <a:xfrm>
            <a:off x="219739" y="313982"/>
            <a:ext cx="242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/>
              <a:t>경광등박스</a:t>
            </a:r>
            <a:r>
              <a:rPr lang="ko-KR" altLang="en-US" b="1" dirty="0"/>
              <a:t> </a:t>
            </a:r>
            <a:r>
              <a:rPr lang="ko-KR" altLang="en-US" b="1" dirty="0" err="1"/>
              <a:t>함체</a:t>
            </a:r>
            <a:r>
              <a:rPr lang="ko-KR" altLang="en-US" b="1" dirty="0"/>
              <a:t> 외형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B5EFD8C-7873-45D3-6A33-0026795939DC}"/>
              </a:ext>
            </a:extLst>
          </p:cNvPr>
          <p:cNvSpPr txBox="1"/>
          <p:nvPr/>
        </p:nvSpPr>
        <p:spPr>
          <a:xfrm>
            <a:off x="6187839" y="350749"/>
            <a:ext cx="2085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I/O</a:t>
            </a:r>
            <a:r>
              <a:rPr lang="ko-KR" altLang="en-US" b="1" dirty="0"/>
              <a:t> 제어기 결선도</a:t>
            </a:r>
          </a:p>
        </p:txBody>
      </p:sp>
      <p:pic>
        <p:nvPicPr>
          <p:cNvPr id="115" name="그림 114">
            <a:extLst>
              <a:ext uri="{FF2B5EF4-FFF2-40B4-BE49-F238E27FC236}">
                <a16:creationId xmlns:a16="http://schemas.microsoft.com/office/drawing/2014/main" id="{C7FE3756-3DE6-60D1-37D8-D1CA0214C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39" y="821246"/>
            <a:ext cx="4515939" cy="591430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C62C7ED-255D-C4B2-4C8E-9675C09DC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562" y="1776662"/>
            <a:ext cx="6145327" cy="383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810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21EA17-BEEB-6181-AFB6-56C764DAB3AD}"/>
              </a:ext>
            </a:extLst>
          </p:cNvPr>
          <p:cNvSpPr txBox="1"/>
          <p:nvPr/>
        </p:nvSpPr>
        <p:spPr>
          <a:xfrm>
            <a:off x="1339045" y="1258548"/>
            <a:ext cx="97688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D</a:t>
            </a:r>
            <a:r>
              <a:rPr lang="en-US" altLang="ko-KR" dirty="0" err="1"/>
              <a:t>igital</a:t>
            </a:r>
            <a:r>
              <a:rPr lang="en-US" altLang="ko-KR" dirty="0"/>
              <a:t> Output</a:t>
            </a:r>
            <a:r>
              <a:rPr lang="ko-KR" altLang="en-US" dirty="0"/>
              <a:t>에 대하여 쓰기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FC : 05 </a:t>
            </a:r>
            <a:r>
              <a:rPr lang="ko-KR" altLang="en-US" dirty="0" err="1"/>
              <a:t>Write</a:t>
            </a:r>
            <a:r>
              <a:rPr lang="ko-KR" altLang="en-US" dirty="0"/>
              <a:t> </a:t>
            </a:r>
            <a:r>
              <a:rPr lang="ko-KR" altLang="en-US" dirty="0" err="1"/>
              <a:t>Single</a:t>
            </a:r>
            <a:r>
              <a:rPr lang="ko-KR" altLang="en-US" dirty="0"/>
              <a:t> </a:t>
            </a:r>
            <a:r>
              <a:rPr lang="ko-KR" altLang="en-US" dirty="0" err="1"/>
              <a:t>Coil</a:t>
            </a:r>
            <a:r>
              <a:rPr lang="ko-KR" altLang="en-US" dirty="0"/>
              <a:t> : 값 쓰기</a:t>
            </a:r>
          </a:p>
          <a:p>
            <a:r>
              <a:rPr lang="ko-KR" altLang="en-US" dirty="0"/>
              <a:t>0000</a:t>
            </a:r>
            <a:r>
              <a:rPr lang="en-US" altLang="ko-KR" dirty="0"/>
              <a:t>8</a:t>
            </a:r>
            <a:r>
              <a:rPr lang="ko-KR" altLang="en-US" dirty="0"/>
              <a:t> : 0 </a:t>
            </a:r>
            <a:r>
              <a:rPr lang="ko-KR" altLang="en-US" dirty="0" err="1"/>
              <a:t>Ch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000</a:t>
            </a:r>
            <a:r>
              <a:rPr lang="en-US" altLang="ko-KR" dirty="0"/>
              <a:t>09</a:t>
            </a:r>
            <a:r>
              <a:rPr lang="ko-KR" altLang="en-US" dirty="0"/>
              <a:t> : 1 </a:t>
            </a:r>
            <a:r>
              <a:rPr lang="ko-KR" altLang="en-US" dirty="0" err="1"/>
              <a:t>Ch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0001</a:t>
            </a:r>
            <a:r>
              <a:rPr lang="en-US" altLang="ko-KR" dirty="0"/>
              <a:t>0</a:t>
            </a:r>
            <a:r>
              <a:rPr lang="ko-KR" altLang="en-US" dirty="0"/>
              <a:t> : 2 </a:t>
            </a:r>
            <a:r>
              <a:rPr lang="ko-KR" altLang="en-US" dirty="0" err="1"/>
              <a:t>Ch</a:t>
            </a:r>
            <a:endParaRPr lang="ko-KR" altLang="en-US" dirty="0"/>
          </a:p>
          <a:p>
            <a:r>
              <a:rPr lang="ko-KR" altLang="en-US" b="1" dirty="0"/>
              <a:t>0001</a:t>
            </a:r>
            <a:r>
              <a:rPr lang="en-US" altLang="ko-KR" b="1" dirty="0"/>
              <a:t>1</a:t>
            </a:r>
            <a:r>
              <a:rPr lang="ko-KR" altLang="en-US" b="1" dirty="0"/>
              <a:t> : 3 </a:t>
            </a:r>
            <a:r>
              <a:rPr lang="ko-KR" altLang="en-US" b="1" dirty="0" err="1"/>
              <a:t>Ch</a:t>
            </a:r>
            <a:r>
              <a:rPr lang="ko-KR" altLang="en-US" b="1" dirty="0"/>
              <a:t> (</a:t>
            </a:r>
            <a:r>
              <a:rPr lang="ko-KR" altLang="en-US" b="1" dirty="0" err="1"/>
              <a:t>경광등</a:t>
            </a:r>
            <a:r>
              <a:rPr lang="ko-KR" altLang="en-US" b="1" dirty="0"/>
              <a:t>)</a:t>
            </a:r>
          </a:p>
          <a:p>
            <a:endParaRPr lang="en-US" altLang="ko-KR" dirty="0"/>
          </a:p>
          <a:p>
            <a:r>
              <a:rPr lang="it-IT" altLang="ko-KR" dirty="0"/>
              <a:t>02 2E 00 00 00 06 01 05 00 0B FF 00 Tx </a:t>
            </a:r>
            <a:r>
              <a:rPr lang="it-IT" altLang="ko-KR" dirty="0">
                <a:highlight>
                  <a:srgbClr val="00FF00"/>
                </a:highlight>
              </a:rPr>
              <a:t>ON</a:t>
            </a:r>
          </a:p>
          <a:p>
            <a:r>
              <a:rPr lang="it-IT" altLang="ko-KR" dirty="0"/>
              <a:t>02 2E 00 00 00 06 01 05 00 0B FF 00 Rx </a:t>
            </a:r>
            <a:r>
              <a:rPr lang="it-IT" altLang="ko-KR" dirty="0">
                <a:highlight>
                  <a:srgbClr val="00FF00"/>
                </a:highlight>
              </a:rPr>
              <a:t>ON</a:t>
            </a:r>
          </a:p>
          <a:p>
            <a:endParaRPr lang="it-IT" altLang="ko-KR" dirty="0"/>
          </a:p>
          <a:p>
            <a:r>
              <a:rPr lang="pl-PL" altLang="ko-KR" dirty="0"/>
              <a:t>02 33 00 00 00 06 01 05 00 0B 00 00</a:t>
            </a:r>
            <a:r>
              <a:rPr lang="it-IT" altLang="ko-KR" dirty="0"/>
              <a:t> Tx </a:t>
            </a:r>
            <a:r>
              <a:rPr lang="it-IT" altLang="ko-KR" dirty="0">
                <a:highlight>
                  <a:srgbClr val="FFFF00"/>
                </a:highlight>
              </a:rPr>
              <a:t>OFF</a:t>
            </a:r>
          </a:p>
          <a:p>
            <a:r>
              <a:rPr lang="pl-PL" altLang="ko-KR" dirty="0"/>
              <a:t>02 33 00 00 00 06 01 05 00 0B 00 00</a:t>
            </a:r>
            <a:r>
              <a:rPr lang="it-IT" altLang="ko-KR" dirty="0"/>
              <a:t> Rx </a:t>
            </a:r>
            <a:r>
              <a:rPr lang="it-IT" altLang="ko-KR" dirty="0">
                <a:highlight>
                  <a:srgbClr val="FFFF00"/>
                </a:highlight>
              </a:rPr>
              <a:t>OFF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0E0513B-18BE-BCCE-63E2-EB4550D47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793" y="1117415"/>
            <a:ext cx="3388542" cy="422716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B4500652-D0A0-982F-DB09-374179E54380}"/>
              </a:ext>
            </a:extLst>
          </p:cNvPr>
          <p:cNvSpPr/>
          <p:nvPr/>
        </p:nvSpPr>
        <p:spPr>
          <a:xfrm>
            <a:off x="7307451" y="1520372"/>
            <a:ext cx="2243380" cy="9996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A20A17-039B-04BC-7A14-B30C317610D4}"/>
              </a:ext>
            </a:extLst>
          </p:cNvPr>
          <p:cNvSpPr/>
          <p:nvPr/>
        </p:nvSpPr>
        <p:spPr>
          <a:xfrm>
            <a:off x="7307451" y="2661147"/>
            <a:ext cx="2243380" cy="2037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3BA48C6-E5FF-4B9D-2FB2-CA427F71EBAF}"/>
              </a:ext>
            </a:extLst>
          </p:cNvPr>
          <p:cNvSpPr/>
          <p:nvPr/>
        </p:nvSpPr>
        <p:spPr>
          <a:xfrm>
            <a:off x="7307451" y="3182564"/>
            <a:ext cx="2243380" cy="1666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8087DA-7488-00EA-1FE9-3A3AF3BD2BAE}"/>
              </a:ext>
            </a:extLst>
          </p:cNvPr>
          <p:cNvSpPr txBox="1"/>
          <p:nvPr/>
        </p:nvSpPr>
        <p:spPr>
          <a:xfrm>
            <a:off x="9619399" y="1712415"/>
            <a:ext cx="7857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일반 값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9F2077-C825-0FB3-EF49-781A9E1A9778}"/>
              </a:ext>
            </a:extLst>
          </p:cNvPr>
          <p:cNvSpPr txBox="1"/>
          <p:nvPr/>
        </p:nvSpPr>
        <p:spPr>
          <a:xfrm>
            <a:off x="9512000" y="2603507"/>
            <a:ext cx="10005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경광등</a:t>
            </a:r>
            <a:r>
              <a:rPr lang="en-US" altLang="ko-KR" sz="1400" dirty="0"/>
              <a:t>ON</a:t>
            </a:r>
            <a:endParaRPr lang="ko-KR" alt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83C879-C009-FC6F-89E8-310752F0C410}"/>
              </a:ext>
            </a:extLst>
          </p:cNvPr>
          <p:cNvSpPr txBox="1"/>
          <p:nvPr/>
        </p:nvSpPr>
        <p:spPr>
          <a:xfrm>
            <a:off x="9491160" y="3111979"/>
            <a:ext cx="10422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경광등</a:t>
            </a:r>
            <a:r>
              <a:rPr lang="en-US" altLang="ko-KR" sz="1400" dirty="0"/>
              <a:t>OFF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D47A63-6C3A-071F-238C-5F85AC480A1F}"/>
              </a:ext>
            </a:extLst>
          </p:cNvPr>
          <p:cNvSpPr txBox="1"/>
          <p:nvPr/>
        </p:nvSpPr>
        <p:spPr>
          <a:xfrm>
            <a:off x="1339045" y="343445"/>
            <a:ext cx="2010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/>
              <a:t>경광등</a:t>
            </a:r>
            <a:r>
              <a:rPr lang="ko-KR" altLang="en-US" b="1" dirty="0"/>
              <a:t> </a:t>
            </a:r>
            <a:r>
              <a:rPr lang="en-US" altLang="ko-KR" b="1" dirty="0"/>
              <a:t>ON / OFF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245349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85E84ED-EB90-D1A4-6662-A7DDC8E7B609}"/>
              </a:ext>
            </a:extLst>
          </p:cNvPr>
          <p:cNvSpPr txBox="1"/>
          <p:nvPr/>
        </p:nvSpPr>
        <p:spPr>
          <a:xfrm>
            <a:off x="478790" y="1426546"/>
            <a:ext cx="1101217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D</a:t>
            </a:r>
            <a:r>
              <a:rPr lang="en-US" altLang="ko-KR" dirty="0" err="1"/>
              <a:t>igital</a:t>
            </a:r>
            <a:r>
              <a:rPr lang="en-US" altLang="ko-KR" dirty="0"/>
              <a:t> Input</a:t>
            </a:r>
            <a:r>
              <a:rPr lang="ko-KR" altLang="en-US" dirty="0"/>
              <a:t>에 대하여 읽기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FC : 0</a:t>
            </a:r>
            <a:r>
              <a:rPr lang="en-US" altLang="ko-KR" dirty="0"/>
              <a:t>2</a:t>
            </a:r>
            <a:r>
              <a:rPr lang="ko-KR" altLang="en-US" dirty="0"/>
              <a:t> </a:t>
            </a:r>
            <a:r>
              <a:rPr lang="ko-KR" altLang="en-US" dirty="0" err="1"/>
              <a:t>Read</a:t>
            </a:r>
            <a:r>
              <a:rPr lang="ko-KR" altLang="en-US" dirty="0"/>
              <a:t> </a:t>
            </a:r>
            <a:r>
              <a:rPr lang="ko-KR" altLang="en-US" dirty="0" err="1"/>
              <a:t>Discrete</a:t>
            </a:r>
            <a:r>
              <a:rPr lang="ko-KR" altLang="en-US" dirty="0"/>
              <a:t> </a:t>
            </a:r>
            <a:r>
              <a:rPr lang="ko-KR" altLang="en-US" dirty="0" err="1"/>
              <a:t>Inputs</a:t>
            </a:r>
            <a:endParaRPr lang="ko-KR" altLang="en-US" dirty="0"/>
          </a:p>
          <a:p>
            <a:r>
              <a:rPr lang="ko-KR" altLang="en-US" dirty="0"/>
              <a:t>10001 : 0 </a:t>
            </a:r>
            <a:r>
              <a:rPr lang="ko-KR" altLang="en-US" dirty="0" err="1"/>
              <a:t>Ch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스위치</a:t>
            </a:r>
            <a:r>
              <a:rPr lang="en-US" altLang="ko-KR" dirty="0"/>
              <a:t>)</a:t>
            </a:r>
            <a:endParaRPr lang="ko-KR" altLang="en-US" dirty="0"/>
          </a:p>
          <a:p>
            <a:r>
              <a:rPr lang="ko-KR" altLang="en-US" dirty="0"/>
              <a:t>10002 : 1 </a:t>
            </a:r>
            <a:r>
              <a:rPr lang="ko-KR" altLang="en-US" dirty="0" err="1"/>
              <a:t>Ch</a:t>
            </a:r>
            <a:endParaRPr lang="ko-KR" altLang="en-US" dirty="0"/>
          </a:p>
          <a:p>
            <a:r>
              <a:rPr lang="ko-KR" altLang="en-US" dirty="0"/>
              <a:t>10003 : 2 </a:t>
            </a:r>
            <a:r>
              <a:rPr lang="ko-KR" altLang="en-US" dirty="0" err="1"/>
              <a:t>Ch</a:t>
            </a:r>
            <a:r>
              <a:rPr lang="ko-KR" altLang="en-US" dirty="0"/>
              <a:t> </a:t>
            </a:r>
          </a:p>
          <a:p>
            <a:r>
              <a:rPr lang="ko-KR" altLang="en-US" dirty="0"/>
              <a:t>10004 : 3 </a:t>
            </a:r>
            <a:r>
              <a:rPr lang="ko-KR" altLang="en-US" dirty="0" err="1"/>
              <a:t>Ch</a:t>
            </a:r>
            <a:endParaRPr lang="ko-KR" altLang="en-US" dirty="0"/>
          </a:p>
          <a:p>
            <a:endParaRPr lang="en-US" altLang="ko-KR" dirty="0"/>
          </a:p>
          <a:p>
            <a:r>
              <a:rPr lang="ko-KR" altLang="en-US" dirty="0"/>
              <a:t>공통 </a:t>
            </a:r>
            <a:r>
              <a:rPr lang="en-US" altLang="ko-KR" dirty="0"/>
              <a:t>- 00 D6 00 00 00 06 01 02 00 00 00 01 Tx</a:t>
            </a:r>
          </a:p>
          <a:p>
            <a:endParaRPr lang="en-US" altLang="ko-KR" dirty="0"/>
          </a:p>
          <a:p>
            <a:r>
              <a:rPr lang="ko-KR" altLang="en-US" dirty="0"/>
              <a:t>스위치 버튼 누르기 전 </a:t>
            </a:r>
            <a:r>
              <a:rPr lang="en-US" altLang="ko-KR" dirty="0"/>
              <a:t>- 00 CF 00 00 00 04 01 02 01 00 </a:t>
            </a:r>
            <a:r>
              <a:rPr lang="en-US" altLang="ko-KR" dirty="0">
                <a:highlight>
                  <a:srgbClr val="FFFF00"/>
                </a:highlight>
              </a:rPr>
              <a:t>OFF</a:t>
            </a:r>
            <a:r>
              <a:rPr lang="en-US" altLang="ko-KR" dirty="0"/>
              <a:t> Rx  </a:t>
            </a:r>
          </a:p>
          <a:p>
            <a:r>
              <a:rPr lang="ko-KR" altLang="en-US" dirty="0"/>
              <a:t>스위치 버튼 </a:t>
            </a:r>
            <a:r>
              <a:rPr lang="ko-KR" altLang="en-US" dirty="0" err="1"/>
              <a:t>누렀을때</a:t>
            </a:r>
            <a:r>
              <a:rPr lang="ko-KR" altLang="en-US" dirty="0"/>
              <a:t> </a:t>
            </a:r>
            <a:r>
              <a:rPr lang="en-US" altLang="ko-KR" dirty="0"/>
              <a:t>- 00 D6 00 00 00 04 01 02 01 01 </a:t>
            </a:r>
            <a:r>
              <a:rPr lang="en-US" altLang="ko-KR" dirty="0">
                <a:highlight>
                  <a:srgbClr val="00FF00"/>
                </a:highlight>
              </a:rPr>
              <a:t>ON</a:t>
            </a:r>
            <a:r>
              <a:rPr lang="en-US" altLang="ko-KR" dirty="0"/>
              <a:t> Rx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2AD68E2-BA2C-44A8-02A3-7FB89D4F2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0667" y="1426546"/>
            <a:ext cx="3439595" cy="40957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99D62F0-ACCC-94B2-53FB-7A831E84D4CF}"/>
              </a:ext>
            </a:extLst>
          </p:cNvPr>
          <p:cNvSpPr/>
          <p:nvPr/>
        </p:nvSpPr>
        <p:spPr>
          <a:xfrm>
            <a:off x="7390667" y="1813354"/>
            <a:ext cx="2140791" cy="736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2C4206E-DD93-3BB9-7B60-2B63E93C0FA2}"/>
              </a:ext>
            </a:extLst>
          </p:cNvPr>
          <p:cNvSpPr/>
          <p:nvPr/>
        </p:nvSpPr>
        <p:spPr>
          <a:xfrm>
            <a:off x="7390668" y="2061328"/>
            <a:ext cx="1888942" cy="736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61D9102-4201-D4BF-10E2-5F3E55B1D3A8}"/>
              </a:ext>
            </a:extLst>
          </p:cNvPr>
          <p:cNvSpPr/>
          <p:nvPr/>
        </p:nvSpPr>
        <p:spPr>
          <a:xfrm>
            <a:off x="7390666" y="2514653"/>
            <a:ext cx="1888942" cy="736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27C0A9-3303-8179-1D21-6729A4265B51}"/>
              </a:ext>
            </a:extLst>
          </p:cNvPr>
          <p:cNvSpPr txBox="1"/>
          <p:nvPr/>
        </p:nvSpPr>
        <p:spPr>
          <a:xfrm>
            <a:off x="9566348" y="1727050"/>
            <a:ext cx="665567" cy="2000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700" dirty="0"/>
              <a:t>Tx</a:t>
            </a:r>
            <a:r>
              <a:rPr lang="ko-KR" altLang="en-US" sz="700" dirty="0"/>
              <a:t>값은 고정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20A82F-DAD7-B021-8AA6-872B20C8FF5D}"/>
              </a:ext>
            </a:extLst>
          </p:cNvPr>
          <p:cNvSpPr txBox="1"/>
          <p:nvPr/>
        </p:nvSpPr>
        <p:spPr>
          <a:xfrm>
            <a:off x="9566348" y="1989214"/>
            <a:ext cx="1184940" cy="2000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700" dirty="0"/>
              <a:t>Rx</a:t>
            </a:r>
            <a:r>
              <a:rPr lang="ko-KR" altLang="en-US" sz="700" dirty="0"/>
              <a:t>값 스위치를 누르기 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80A54C-0B81-9AEE-96C8-CE3CEA40ACE6}"/>
              </a:ext>
            </a:extLst>
          </p:cNvPr>
          <p:cNvSpPr txBox="1"/>
          <p:nvPr/>
        </p:nvSpPr>
        <p:spPr>
          <a:xfrm>
            <a:off x="9566348" y="2451433"/>
            <a:ext cx="1152880" cy="2000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700" dirty="0"/>
              <a:t>Rx</a:t>
            </a:r>
            <a:r>
              <a:rPr lang="ko-KR" altLang="en-US" sz="700" dirty="0"/>
              <a:t>값 스위치를 </a:t>
            </a:r>
            <a:r>
              <a:rPr lang="ko-KR" altLang="en-US" sz="700" dirty="0" err="1"/>
              <a:t>눌렀을때</a:t>
            </a:r>
            <a:endParaRPr lang="ko-KR" altLang="en-US" sz="7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2C6AC0-4810-C05E-3AC7-BE08EE4499D7}"/>
              </a:ext>
            </a:extLst>
          </p:cNvPr>
          <p:cNvSpPr txBox="1"/>
          <p:nvPr/>
        </p:nvSpPr>
        <p:spPr>
          <a:xfrm>
            <a:off x="478790" y="425885"/>
            <a:ext cx="7295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/>
              <a:t>경광등</a:t>
            </a:r>
            <a:r>
              <a:rPr lang="ko-KR" altLang="en-US" b="1" dirty="0"/>
              <a:t> 정지</a:t>
            </a:r>
            <a:r>
              <a:rPr lang="en-US" altLang="ko-KR" b="1" dirty="0"/>
              <a:t>(</a:t>
            </a:r>
            <a:r>
              <a:rPr lang="ko-KR" altLang="en-US" b="1" dirty="0" err="1"/>
              <a:t>부저</a:t>
            </a:r>
            <a:r>
              <a:rPr lang="ko-KR" altLang="en-US" b="1" dirty="0"/>
              <a:t> 정지</a:t>
            </a:r>
            <a:r>
              <a:rPr lang="en-US" altLang="ko-KR" b="1" dirty="0"/>
              <a:t>) -  </a:t>
            </a:r>
            <a:r>
              <a:rPr lang="ko-KR" altLang="en-US" b="1" dirty="0" err="1"/>
              <a:t>부저정비스위치</a:t>
            </a:r>
            <a:r>
              <a:rPr lang="ko-KR" altLang="en-US" b="1" dirty="0"/>
              <a:t> 누르면 </a:t>
            </a:r>
            <a:r>
              <a:rPr lang="ko-KR" altLang="en-US" b="1" dirty="0" err="1"/>
              <a:t>경광등</a:t>
            </a:r>
            <a:r>
              <a:rPr lang="en-US" altLang="ko-KR" b="1" dirty="0"/>
              <a:t>OFF </a:t>
            </a:r>
            <a:r>
              <a:rPr lang="ko-KR" altLang="en-US" b="1" dirty="0"/>
              <a:t>시키기</a:t>
            </a:r>
          </a:p>
        </p:txBody>
      </p:sp>
    </p:spTree>
    <p:extLst>
      <p:ext uri="{BB962C8B-B14F-4D97-AF65-F5344CB8AC3E}">
        <p14:creationId xmlns:p14="http://schemas.microsoft.com/office/powerpoint/2010/main" val="804934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1727</TotalTime>
  <Words>268</Words>
  <Application>Microsoft Office PowerPoint</Application>
  <PresentationFormat>와이드스크린</PresentationFormat>
  <Paragraphs>45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Limeplus DR.Choi</dc:creator>
  <cp:lastModifiedBy>현지 조</cp:lastModifiedBy>
  <cp:revision>16</cp:revision>
  <dcterms:created xsi:type="dcterms:W3CDTF">2023-06-28T10:57:16Z</dcterms:created>
  <dcterms:modified xsi:type="dcterms:W3CDTF">2026-06-18T01:06:00Z</dcterms:modified>
</cp:coreProperties>
</file>